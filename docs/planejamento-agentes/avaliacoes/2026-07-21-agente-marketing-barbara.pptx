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Visibilidade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de Atas e Briefings de Marketing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3063240"/>
            <a:ext cx="7863840" cy="22860"/>
          </a:xfrm>
          <a:prstGeom prst="rect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246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solicitante: Marketing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Avaliado em: 21/07/2026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8006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 automaticamente · Processo de Planejamento de Agentes GoAkira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Veredito e Estimativas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188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GERAL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50876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46120" y="10515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188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ESTIMADO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0" y="150876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detalhamento 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0515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72200" y="1188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ESTIMADO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72200" y="150876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sem. (MVP de ata) + 1-2 sem. (ClickUp), após checagem jurídica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8229600" cy="1645920"/>
          </a:xfrm>
          <a:prstGeom prst="roundRect">
            <a:avLst>
              <a:gd name="adj" fmla="val 555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154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4747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Precisa mais discovery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Riscos Principais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109728" cy="14813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875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Jurídico / Propriedade Intelectual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0" y="9875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quê: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envolvem clientes finais e terceiros (atas, briefings, contatos de responsáveis) e seriam enviados a um serviço externo de IA (Claude/Anthropic). Não existe hoje cláusula contratual autorizando isso, e o contrato não define a quem pertence o output gerado por IA.
</a:t>
            </a:r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Mitigação: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Checar com jurídico/Patrícia se o contrato do cliente permite IA externa sobre a reunião, e definir a quem pertence o output — antes de construir a parte que toca dado de cliente.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82296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487168"/>
            <a:ext cx="109728" cy="14813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60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 da Informação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560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85292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quê: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dados vão para um serviço externo de IA, três perguntas ficam em aberto: onde ficam as credenciais, se há LGPD aplicável aos contatos processados, e por quanto tempo a Anthropic retém o que foi enviado.
</a:t>
            </a:r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Mitigação: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armazenamento de credenciais (padrão já existe no Agente de Relatórios), confirmar aplicabilidade de LGPD, e checar a política de retenção da Anthropic para a conta usada.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4059936"/>
            <a:ext cx="82296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4059936"/>
            <a:ext cx="109728" cy="14813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133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Financeiro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4133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425696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quê: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orçamento formalmente aprovado para este agente ainda — mesmo o custo esperado sendo baixo (ver detalhamento de custos), falta um teto definido.
</a:t>
            </a:r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Mitigação: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com José Fugice um teto de orçamento mensal, mesmo estimado como baixo.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Detalhamento de Custos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Valor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Observação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C"/>
                          </a:solidFill>
                        </a:rPr>
                        <a:t>API Claude (sumarização, Haiku)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</a:rPr>
                        <a:t>&lt; US$ 1/mês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1-3 reuniões/semana; mesmo em 3x o volume (9/semana) fica sob US$ 1/mês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C"/>
                          </a:solidFill>
                        </a:rPr>
                        <a:t>Hospedagem/execução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</a:rPr>
                        <a:t>US$ 0 adicional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reaproveitando a mesma infra do Agente de Relatórios; só teria custo se for um Managed Agent dedicado separado (~US$0,08/hora ativa)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C"/>
                          </a:solidFill>
                        </a:rPr>
                        <a:t>API do ClickUp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</a:rPr>
                        <a:t>A confirmar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depende do plano ClickUp atual da GoAkira permitir acesso via API sem custo adicional — item de discovery técnico, ainda não checado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C"/>
                          </a:solidFill>
                        </a:rPr>
                        <a:t>Desenvolvimento (interno)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</a:rPr>
                        <a:t>Sem custo de terceiros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tempo de construção, não é gasto recorrente — ver prazo estimado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Estimativas — a confirmar após discovery técnico/jurídico (ver checklist).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Pesquisar no Discovery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241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JURÍDICO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365760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atuais permitem processar a reunião via IA externa?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quem pertence o output gerado por IA a partir de dados do cliente?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0241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/ LGPD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353312"/>
            <a:ext cx="365760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dado pessoal (LGPD) nos contatos/responsáveis processados — qual base legal se aplica?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 política de retenção de dados da Anthropic para a conta usada?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ficam armazenadas as credenciais de acesso (ClickUp, Gmail, Drive)?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990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319272"/>
            <a:ext cx="365760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plano ClickUp atual da GoAkira dá acesso à API sem custo adicional?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os limites de rate/permissões da API do ClickUp para o que precisamos escrever (briefings, tarefas)?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88036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990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3319272"/>
            <a:ext cx="365760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José Fugice aprova um teto de orçamento mensal para este agente?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 automaticamente · Processo de Planejamento de Agentes GoAkira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Decisões Pendentes e Próximos Passos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RECOMENDADA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Levar a checagem jurídica (contrato + PI) para Patrícia antes de qualquer código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Prototipar em paralelo só a geração automática de ata (reaproveita ~90% do Agente de Relatórios), sem tocar ClickUp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Validar tecnicamente o acesso à API do ClickUp (plano, custo, limites)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Só depois do jurídico resolvido, construir a integração com ClickUp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Confirmar teto de orçamento com José Fugice antes de produção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 automaticamente · Processo de Planejamento de Agentes GoAkira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Documento de Visibilidade — Agente de Atas e Briefings de Marketing</dc:title>
  <dc:subject>Resumo Executivo</dc:subject>
  <dc:creator>Processo de Planejamento de Agentes GoAkira</dc:creator>
  <cp:lastModifiedBy>Processo de Planejamento de Agentes GoAkira</cp:lastModifiedBy>
  <cp:revision>1</cp:revision>
  <dcterms:created xsi:type="dcterms:W3CDTF">2026-07-21T17:43:27Z</dcterms:created>
  <dcterms:modified xsi:type="dcterms:W3CDTF">2026-07-21T17:43:27Z</dcterms:modified>
</cp:coreProperties>
</file>